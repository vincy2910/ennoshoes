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>
        <p:scale>
          <a:sx n="75" d="100"/>
          <a:sy n="75" d="100"/>
        </p:scale>
        <p:origin x="49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1B8771B-68F6-429D-824D-5499DA5948A8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B6F8EA-37EF-410F-848C-BB21BE3A9F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6135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8771B-68F6-429D-824D-5499DA5948A8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6F8EA-37EF-410F-848C-BB21BE3A9F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544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8771B-68F6-429D-824D-5499DA5948A8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6F8EA-37EF-410F-848C-BB21BE3A9F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6076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8771B-68F6-429D-824D-5499DA5948A8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6F8EA-37EF-410F-848C-BB21BE3A9F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727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8771B-68F6-429D-824D-5499DA5948A8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6F8EA-37EF-410F-848C-BB21BE3A9F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8597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8771B-68F6-429D-824D-5499DA5948A8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6F8EA-37EF-410F-848C-BB21BE3A9F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9351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8771B-68F6-429D-824D-5499DA5948A8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6F8EA-37EF-410F-848C-BB21BE3A9F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4969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8771B-68F6-429D-824D-5499DA5948A8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6F8EA-37EF-410F-848C-BB21BE3A9F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0326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8771B-68F6-429D-824D-5499DA5948A8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6F8EA-37EF-410F-848C-BB21BE3A9F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8594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8771B-68F6-429D-824D-5499DA5948A8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6F8EA-37EF-410F-848C-BB21BE3A9F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6221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8771B-68F6-429D-824D-5499DA5948A8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6F8EA-37EF-410F-848C-BB21BE3A9F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1697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8771B-68F6-429D-824D-5499DA5948A8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6F8EA-37EF-410F-848C-BB21BE3A9FB3}" type="slidenum">
              <a:rPr lang="it-IT" smtClean="0"/>
              <a:t>‹N›</a:t>
            </a:fld>
            <a:endParaRPr lang="it-IT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0303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8771B-68F6-429D-824D-5499DA5948A8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6F8EA-37EF-410F-848C-BB21BE3A9F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3038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8771B-68F6-429D-824D-5499DA5948A8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6F8EA-37EF-410F-848C-BB21BE3A9F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1602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8771B-68F6-429D-824D-5499DA5948A8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6F8EA-37EF-410F-848C-BB21BE3A9F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93972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8771B-68F6-429D-824D-5499DA5948A8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6F8EA-37EF-410F-848C-BB21BE3A9F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87191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8771B-68F6-429D-824D-5499DA5948A8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6F8EA-37EF-410F-848C-BB21BE3A9F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6203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8771B-68F6-429D-824D-5499DA5948A8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6F8EA-37EF-410F-848C-BB21BE3A9F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6690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7E98684F-9B3D-0A3B-FA23-82CDD27D8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126" y="0"/>
            <a:ext cx="4712874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3" name="Sottotitolo 2">
            <a:extLst>
              <a:ext uri="{FF2B5EF4-FFF2-40B4-BE49-F238E27FC236}">
                <a16:creationId xmlns:a16="http://schemas.microsoft.com/office/drawing/2014/main" id="{1C2E8F1A-2AF3-DB32-2273-29FC058AB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8026" y="3094038"/>
            <a:ext cx="6261100" cy="334962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Piattaforma dedicata alla vendita online di sneakers.</a:t>
            </a:r>
          </a:p>
          <a:p>
            <a:pPr algn="ctr"/>
            <a:endParaRPr lang="it-IT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CEC9AA7-E88D-943A-4ECD-023C19CB4252}"/>
              </a:ext>
            </a:extLst>
          </p:cNvPr>
          <p:cNvSpPr txBox="1"/>
          <p:nvPr/>
        </p:nvSpPr>
        <p:spPr>
          <a:xfrm>
            <a:off x="2856821" y="1505204"/>
            <a:ext cx="29835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StepUp</a:t>
            </a:r>
            <a:endParaRPr lang="it-IT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970969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B462DCA1-A730-05F0-28C3-08BDB797B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75" y="0"/>
            <a:ext cx="3857625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3E5F090D-313C-5B84-2310-F638345FA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rial Black" panose="020B0A04020102020204" pitchFamily="34" charset="0"/>
              </a:rPr>
              <a:t>Servizi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FB1567-7AFD-43B0-E9BC-2F46205FC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690688"/>
            <a:ext cx="8044815" cy="4351338"/>
          </a:xfrm>
        </p:spPr>
        <p:txBody>
          <a:bodyPr>
            <a:normAutofit/>
          </a:bodyPr>
          <a:lstStyle/>
          <a:p>
            <a:r>
              <a:rPr lang="it-IT" dirty="0">
                <a:latin typeface="Arial Black" panose="020B0A04020102020204" pitchFamily="34" charset="0"/>
              </a:rPr>
              <a:t>Il sito offre una vetrina di prodotti chiara e immediata, permettendo di consultare l’intero catalogo di sneakers, in modo facile e immediato;</a:t>
            </a:r>
          </a:p>
          <a:p>
            <a:r>
              <a:rPr lang="it-IT" dirty="0">
                <a:latin typeface="Arial Black" panose="020B0A04020102020204" pitchFamily="34" charset="0"/>
              </a:rPr>
              <a:t>Inoltre l’acquisto è supportato da un sistema di pagamento rapido tramite PayPal;</a:t>
            </a:r>
          </a:p>
          <a:p>
            <a:r>
              <a:rPr lang="it-IT" dirty="0">
                <a:latin typeface="Arial Black" panose="020B0A04020102020204" pitchFamily="34" charset="0"/>
              </a:rPr>
              <a:t>Il sito, infine, permette all’utente di potersi registrare cosi da poter avere una propria area riservata al suo interno.</a:t>
            </a:r>
          </a:p>
        </p:txBody>
      </p:sp>
    </p:spTree>
    <p:extLst>
      <p:ext uri="{BB962C8B-B14F-4D97-AF65-F5344CB8AC3E}">
        <p14:creationId xmlns:p14="http://schemas.microsoft.com/office/powerpoint/2010/main" val="3906137119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A9C0E282-9A6E-DFC5-D0DC-333E29483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138" y="0"/>
            <a:ext cx="4567862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4C7606A-507F-2931-6A5F-7E2BF60BE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rial Black" panose="020B0A04020102020204" pitchFamily="34" charset="0"/>
              </a:rPr>
              <a:t>Obiettivi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B2E2C75-3F2E-A1DB-55D6-D4FF74C9E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175" y="1956879"/>
            <a:ext cx="7627314" cy="3541714"/>
          </a:xfrm>
        </p:spPr>
        <p:txBody>
          <a:bodyPr>
            <a:normAutofit/>
          </a:bodyPr>
          <a:lstStyle/>
          <a:p>
            <a:r>
              <a:rPr lang="it-IT" sz="2800" dirty="0">
                <a:latin typeface="Arial Black" panose="020B0A04020102020204" pitchFamily="34" charset="0"/>
              </a:rPr>
              <a:t>Gestione del catalogo delle scarpe;</a:t>
            </a:r>
          </a:p>
          <a:p>
            <a:r>
              <a:rPr lang="it-IT" sz="2800" dirty="0">
                <a:latin typeface="Arial Black" panose="020B0A04020102020204" pitchFamily="34" charset="0"/>
              </a:rPr>
              <a:t>Gestione degli utenti;</a:t>
            </a:r>
          </a:p>
          <a:p>
            <a:r>
              <a:rPr lang="it-IT" sz="2800" dirty="0">
                <a:latin typeface="Arial Black" panose="020B0A04020102020204" pitchFamily="34" charset="0"/>
              </a:rPr>
              <a:t>Gestione degli ordini e dei pagamenti.</a:t>
            </a:r>
          </a:p>
        </p:txBody>
      </p:sp>
    </p:spTree>
    <p:extLst>
      <p:ext uri="{BB962C8B-B14F-4D97-AF65-F5344CB8AC3E}">
        <p14:creationId xmlns:p14="http://schemas.microsoft.com/office/powerpoint/2010/main" val="1791496239"/>
      </p:ext>
    </p:extLst>
  </p:cSld>
  <p:clrMapOvr>
    <a:masterClrMapping/>
  </p:clrMapOvr>
  <p:transition spd="slow">
    <p:randomBar dir="vert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67</TotalTime>
  <Words>88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8" baseType="lpstr">
      <vt:lpstr>Arial</vt:lpstr>
      <vt:lpstr>Arial Black</vt:lpstr>
      <vt:lpstr>Baskerville Old Face</vt:lpstr>
      <vt:lpstr>Tw Cen MT</vt:lpstr>
      <vt:lpstr>Circuito</vt:lpstr>
      <vt:lpstr>Presentazione standard di PowerPoint</vt:lpstr>
      <vt:lpstr>Servizi</vt:lpstr>
      <vt:lpstr>Obiettivi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vincenzo morgese</dc:creator>
  <cp:lastModifiedBy>vincenzo morgese</cp:lastModifiedBy>
  <cp:revision>2</cp:revision>
  <dcterms:created xsi:type="dcterms:W3CDTF">2025-10-28T12:59:06Z</dcterms:created>
  <dcterms:modified xsi:type="dcterms:W3CDTF">2025-11-12T09:31:31Z</dcterms:modified>
</cp:coreProperties>
</file>